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($)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120000</c:v>
                </c:pt>
                <c:pt idx="1">
                  <c:v>135000</c:v>
                </c:pt>
                <c:pt idx="2">
                  <c:v>150000</c:v>
                </c:pt>
                <c:pt idx="3">
                  <c:v>145000</c:v>
                </c:pt>
                <c:pt idx="4">
                  <c:v>160000</c:v>
                </c:pt>
                <c:pt idx="5">
                  <c:v>175000</c:v>
                </c:pt>
                <c:pt idx="6">
                  <c:v>165000</c:v>
                </c:pt>
                <c:pt idx="7">
                  <c:v>180000</c:v>
                </c:pt>
                <c:pt idx="8">
                  <c:v>195000</c:v>
                </c:pt>
                <c:pt idx="9">
                  <c:v>210000</c:v>
                </c:pt>
                <c:pt idx="10">
                  <c:v>230000</c:v>
                </c:pt>
                <c:pt idx="11">
                  <c:v>260000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Clothing &amp; Apparel</c:v>
                </c:pt>
                <c:pt idx="2">
                  <c:v>Home &amp; Kitchen</c:v>
                </c:pt>
                <c:pt idx="3">
                  <c:v>Beauty &amp; Personal Care</c:v>
                </c:pt>
                <c:pt idx="4">
                  <c:v>Sports &amp; Outdoors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720000</c:v>
                </c:pt>
                <c:pt idx="1">
                  <c:v>480000</c:v>
                </c:pt>
                <c:pt idx="2">
                  <c:v>390000</c:v>
                </c:pt>
                <c:pt idx="3">
                  <c:v>270000</c:v>
                </c:pt>
                <c:pt idx="4">
                  <c:v>280000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850000</c:v>
                </c:pt>
                <c:pt idx="1">
                  <c:v>620000</c:v>
                </c:pt>
                <c:pt idx="2">
                  <c:v>450000</c:v>
                </c:pt>
                <c:pt idx="3">
                  <c:v>120000</c:v>
                </c:pt>
                <c:pt idx="4">
                  <c:v>100000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Retail Sales Performance Report</a:t>
            </a:r>
          </a:p>
          <a:p>
            <a:pPr>
              <a:defRPr sz="2000">
                <a:solidFill>
                  <a:srgbClr val="C8DCF0"/>
                </a:solidFill>
                <a:latin typeface="Calibri"/>
              </a:defRPr>
            </a:pPr>
            <a:r>
              <a:t>Comprehensive Analysis, Historical Trends, and Operational Growth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Objective: Analyze multi-dimensional sales records to identify revenue trends, category margins, and regional demand dynamics.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Key Growth Catalyst: Overall sales achieved significant acceleration in Q4, driven primarily by seasonal demand and year-end promotional events.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Structural Risk: High commercial concentration exposed across top-performing product tiers and primary geographical markets.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Core Recommendation: Implement localized data-driven marketing campaigns, optimize regional supply logistics, and expand low-risk variant catalogs.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2025 Monthly Sales Performance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6459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Seasonal Progression: Sales opened steady at $120K in January and expanded consistently to peak at $260K by December.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Q4 Acceleration Acceleration: Combined revenue during October, November, and December generated over 32% of total annual value.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Operational Takeaway: Inventory levels must scale up starting in early Q3 to avoid product stockouts during high-velocity periods.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Sales Volume Breakdown by Product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6459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Core Revenue Driver: Electronics leads performance rankings, contributing $720K in total volume.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Secondary Growth Segments: Clothing &amp; Apparel and Home &amp; Kitchen demonstrate stable secondary baseline performance.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Portfolio Tail Risk: Beauty and Sports categories indicate stable but comparatively modest performance metrics.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Strategic Direction: Reallocate a portion of marketing capital from saturated categories into high-margin lifestyle accessories.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Geographical Distribution of Total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6459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Dominant Core Markets: North America ($850K) and Europe ($620K) represent over 68% of international sales activity.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Secondary Expansion Target: Asia-Pacific region displays rapid organic traction, bringing in $450K.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Emerging Growth Segments: Latin America and MEA display initial validation but require optimized retail footprints.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Operational Focus: Establish localized fulfillment networks within core regions to reduce international supply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Calibri"/>
              </a:defRPr>
            </a:pPr>
            <a:r>
              <a:t>Strategic Action Plan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Supply Chain Infrastructure Alignment: Synchronize manufacturing schedules and distribution warehouse space to handle Q4 inventory demands.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Dynamic Capital Investment: Direct engineering budgets toward underperforming regions and high-margin product variations.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Customer Retention Initiatives: Launch programmatic loyalty rewards during historical Q1 slumps to stabilize early-year revenue.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  <a:latin typeface="Calibri"/>
              </a:defRPr>
            </a:pPr>
            <a:r>
              <a:t>• Analytics Infrastructure Expansion: Transition toward predictive machine learning models to forecast SKU-level regional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Analytical Validation: Transitioning away from anecdotal projections to rely heavily on structured, formula-backed operational analysis.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Resilience &amp; Margin Preservation: Diversifying core categories and expanding geographic footprints minimizes market reliance risk.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Continuous Optimization Loop: Standardizing monthly cross-department data synchronization keeps operational models agile.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Target Growth Metric: Executing these data-validated changes directly targets an 11.5% expansion in net margins over the next fiscal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